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We're Hired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แพลตฟอร์มจ้างงานรายวัน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Workers &amp; Employers in Bangkok — Instantly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NUTTHAPHAT VICHITASUTANUN  |  CEO &amp; Founder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ปัญหา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แรงงานรายวันไม่มีที่ยึดเหนี่ยว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868680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54864" cy="8686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19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👷  Worker ไม่รู้จะหางานจากไหน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ต้องรอปากต่อปาก ไม่มีแหล่งข้อมูลที่เชื่อถือได้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868680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51760"/>
            <a:ext cx="54864" cy="8686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24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 Employer หาแรงงานเร่งด่วนไม่ได้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ใช้เวลานาน ไม่รู้ว่าใครมีทักษะที่ตรงต้องการ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868680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657600"/>
            <a:ext cx="54864" cy="8686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307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 ปัญหาปากท้อง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ขาดรายได้ที่มั่นคง ไม่มีระบบรองรับ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วิธีแก้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We're Hired — Match ทันที ตรงสาย ใกล้บ้าน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4023360" cy="1188720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Geo-Matching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จับคู่งานในรัศมี 15 กม. แบบ real-time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737360"/>
            <a:ext cx="4023360" cy="1188720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Skill Scoring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คำนวณ match score จาก skills + ระยะทาง + ค่าแรง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023360" cy="1188720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Verified &amp; Safe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check + blind review ป้องกัน bias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3108960"/>
            <a:ext cx="4023360" cy="1188720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รายวัน รายได้ทันที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โพสต์ → Worker สมัคร → จ้างได้ภายในชั่วโมง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ตลาด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แรงงานรายวันในไทย — ตลาดใหญ่ที่ยังไม่มีใคร disrupt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51760" cy="2926080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฿240B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3108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แรงงานรายวันทั่วไทย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~10M คน × ฿600 × 200 วัน/ปี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645920"/>
            <a:ext cx="2651760" cy="2926080"/>
          </a:xfrm>
          <a:prstGeom prst="rect">
            <a:avLst/>
          </a:prstGeom>
          <a:solidFill>
            <a:srgbClr val="161A2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2240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฿48B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20440" y="3108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แรงงานรายวัน BKK + ปริมณฑล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ที่ใช้แอพได้จริง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645920"/>
            <a:ext cx="2651760" cy="2926080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Year 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240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฿27M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46520" y="3108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workers × 15 งาน/เดือน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฿600 × 6% fee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วิธีการทำงาน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ขั้นตอน จบในชั่วโมง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914400" cy="9144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0F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554480" y="1645920"/>
            <a:ext cx="7132320" cy="914400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173736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— โพสต์งาน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210312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ระบุทักษะ ค่าแรง และตำแหน่ง ใช้เวลา &lt; 2 นาที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914400" cy="9144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80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0F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554480" y="2697480"/>
            <a:ext cx="7132320" cy="914400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278892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— Match อัตโนมัติ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37360" y="315468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จับคู่ Worker ที่มีทักษะตรง อยู่ใกล้ และราคาเหมาะสม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914400" cy="9144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31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0F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554480" y="3749040"/>
            <a:ext cx="7132320" cy="914400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384048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— เลือกและจ้าง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420624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ดูรายชื่อที่ ranked แล้ว กด Hire ได้เลย — Human in the loop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รายได้ 3 ทาง — ขยายได้ไม่จำกัด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51760" cy="3017520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265176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Fee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5-8% ต่อการจ้างงาน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จาก Employer เมื่อ hired สำเร็จ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645920"/>
            <a:ext cx="2651760" cy="3017520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645920"/>
            <a:ext cx="265176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2044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Wallet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ค่าแรงผ่านแอพ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ถอนเข้า PromptPay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0332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645920"/>
            <a:ext cx="2651760" cy="3017520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645920"/>
            <a:ext cx="265176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📲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4652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&amp; Pay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ใช้ wallet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จ่ายได้ทุกร้านในไทย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 Live — BKK MVP v0.1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0120" y="1691640"/>
            <a:ext cx="3657600" cy="566928"/>
          </a:xfrm>
          <a:prstGeom prst="rect">
            <a:avLst/>
          </a:prstGeom>
          <a:solidFill>
            <a:srgbClr val="161A2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099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7556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 ครบ 39+ endpoints (FastAPI + PostGIS)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0120" y="2468880"/>
            <a:ext cx="3657600" cy="566928"/>
          </a:xfrm>
          <a:prstGeom prst="rect">
            <a:avLst/>
          </a:prstGeom>
          <a:solidFill>
            <a:srgbClr val="161A2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871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532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Algorithm — Skill + Geo + Rate scoring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3246120"/>
            <a:ext cx="3657600" cy="566928"/>
          </a:xfrm>
          <a:prstGeom prst="rect">
            <a:avLst/>
          </a:prstGeom>
          <a:solidFill>
            <a:srgbClr val="161A2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644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310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 + Email login — Production live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4023360"/>
            <a:ext cx="3657600" cy="566928"/>
          </a:xfrm>
          <a:prstGeom prst="rect">
            <a:avLst/>
          </a:prstGeom>
          <a:solidFill>
            <a:srgbClr val="161A2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416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40873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Review System — ป้องกัน bias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49240" y="1691640"/>
            <a:ext cx="3657600" cy="566928"/>
          </a:xfrm>
          <a:prstGeom prst="rect">
            <a:avLst/>
          </a:prstGeom>
          <a:solidFill>
            <a:srgbClr val="161A2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7099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40680" y="17556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UI — Real-time updates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49240" y="2468880"/>
            <a:ext cx="3657600" cy="566928"/>
          </a:xfrm>
          <a:prstGeom prst="rect">
            <a:avLst/>
          </a:prstGeom>
          <a:solidFill>
            <a:srgbClr val="161A2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4871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0680" y="2532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zones กรุงเทพฯ + ปริมณฑล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49240" y="3246120"/>
            <a:ext cx="3657600" cy="566928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2644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⬜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40680" y="3310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users — เริ่ม onboard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49240" y="4023360"/>
            <a:ext cx="3657600" cy="566928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0416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⬜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40873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Wallet — Phase 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Moat ที่คู่แข่งลอกได้ยาก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4023360" cy="1234440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54864" cy="1234440"/>
          </a:xfrm>
          <a:prstGeom prst="rect">
            <a:avLst/>
          </a:prstGeom>
          <a:solidFill>
            <a:srgbClr val="0099FF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Matching Algorithm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1762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จาก Skills + Geo + Rate — ไม่ใช่แค่ distance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645920"/>
            <a:ext cx="4023360" cy="1234440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645920"/>
            <a:ext cx="54864" cy="1234440"/>
          </a:xfrm>
          <a:prstGeom prst="rect">
            <a:avLst/>
          </a:prstGeom>
          <a:solidFill>
            <a:srgbClr val="0099FF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Contact Lock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21762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เบอร์โทรเปิดเผยเฉพาะคู่ที่ hired — bypass ไม่ได้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023360" cy="1234440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63240"/>
            <a:ext cx="54864" cy="1234440"/>
          </a:xfrm>
          <a:prstGeom prst="rect">
            <a:avLst/>
          </a:prstGeom>
          <a:solidFill>
            <a:srgbClr val="0099FF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72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Blind Review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5935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เปิดพร้อมกันทั้งคู่ — ป้องกัน bias 100%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3063240"/>
            <a:ext cx="4023360" cy="1234440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3063240"/>
            <a:ext cx="54864" cy="1234440"/>
          </a:xfrm>
          <a:prstGeom prst="rect">
            <a:avLst/>
          </a:prstGeom>
          <a:solidFill>
            <a:srgbClr val="0099FF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172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 Wallet Escrow (Phase 3)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35935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เงินอยู่ในแอพ — ไม่มีใครอยากออกนอกระบบ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Security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ปลอดภัยทุก step — ทั้งงานและเงิน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4114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ความปลอดภัยในการทำงาน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4023360" cy="658368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57400"/>
            <a:ext cx="54864" cy="65836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12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GPS Checkin 150m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386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ต้องอยู่ในที่ทำงานจริง — spoofing ตรวจจับได้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4023360" cy="658368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88920"/>
            <a:ext cx="54864" cy="65836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437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Auto-verify 2 ชม.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1181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ถ่วงเวลาไม่ได้ — ระบบ verify อัตโนมัติ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023360" cy="658368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20440"/>
            <a:ext cx="54864" cy="65836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75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Dispute → Admin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8496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งานไม่ครบ 90% → Admin เคาะ ไม่มีใครโดนเอาเปรียบ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4023360" cy="658368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251960"/>
            <a:ext cx="54864" cy="65836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3068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Job Lifecycle Tracking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45811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 → start → complete → verify ทุก step มี timestamp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554480"/>
            <a:ext cx="4023360" cy="411480"/>
          </a:xfrm>
          <a:prstGeom prst="rect">
            <a:avLst/>
          </a:prstGeom>
          <a:solidFill>
            <a:srgbClr val="0099FF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600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 ความปลอดภัยทางการเงิน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2057400"/>
            <a:ext cx="4023360" cy="658368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057400"/>
            <a:ext cx="54864" cy="658368"/>
          </a:xfrm>
          <a:prstGeom prst="rect">
            <a:avLst/>
          </a:prstGeom>
          <a:solidFill>
            <a:srgbClr val="0099FF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112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Escrow Lock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2386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เงินถูก lock ก่อนงานเริ่ม — Employer จ่ายล่วงหน้า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788920"/>
            <a:ext cx="4023360" cy="658368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2788920"/>
            <a:ext cx="54864" cy="658368"/>
          </a:xfrm>
          <a:prstGeom prst="rect">
            <a:avLst/>
          </a:prstGeom>
          <a:solidFill>
            <a:srgbClr val="0099FF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8437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Pro-rata Settlement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00600" y="31181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จ่ายตามเวลาจริง — Admin เคาะ % ที่ยุติธรรม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520440"/>
            <a:ext cx="4023360" cy="658368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3520440"/>
            <a:ext cx="54864" cy="658368"/>
          </a:xfrm>
          <a:prstGeom prst="rect">
            <a:avLst/>
          </a:prstGeom>
          <a:solidFill>
            <a:srgbClr val="0099FF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575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Audit Trail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00600" y="38496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ทุก transaction มี log — ใครเคาะ เมื่อไหร่ เท่าไหร่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4251960"/>
            <a:ext cx="4023360" cy="658368"/>
          </a:xfrm>
          <a:prstGeom prst="rect">
            <a:avLst/>
          </a:prstGeom>
          <a:solidFill>
            <a:srgbClr val="161A20"/>
          </a:solidFill>
          <a:ln w="12700">
            <a:solidFill>
              <a:srgbClr val="1E23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4251960"/>
            <a:ext cx="54864" cy="658368"/>
          </a:xfrm>
          <a:prstGeom prst="rect">
            <a:avLst/>
          </a:prstGeom>
          <a:solidFill>
            <a:srgbClr val="0099FF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43068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 Contact Lock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00600" y="45811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เบอร์โทรเปิดเฉพาะคู่ที่ hired — bypass แอพไม่ได้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จาก BKK MVP สู่ Super App แรงงาน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1920240" cy="3108960"/>
          </a:xfrm>
          <a:prstGeom prst="rect">
            <a:avLst/>
          </a:prstGeom>
          <a:solidFill>
            <a:srgbClr val="161A2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45920"/>
            <a:ext cx="1920240" cy="4572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Live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Pilot 50 users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BKK 7 zones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14600" y="1645920"/>
            <a:ext cx="1920240" cy="3108960"/>
          </a:xfrm>
          <a:prstGeom prst="rect">
            <a:avLst/>
          </a:prstGeom>
          <a:solidFill>
            <a:srgbClr val="161A20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645920"/>
            <a:ext cx="1920240" cy="457200"/>
          </a:xfrm>
          <a:prstGeom prst="rect">
            <a:avLst/>
          </a:prstGeom>
          <a:solidFill>
            <a:srgbClr val="0099FF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691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1920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50 เขต BKK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Review System live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1,000 users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645920"/>
            <a:ext cx="1920240" cy="3108960"/>
          </a:xfrm>
          <a:prstGeom prst="rect">
            <a:avLst/>
          </a:prstGeom>
          <a:solidFill>
            <a:srgbClr val="161A2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645920"/>
            <a:ext cx="192024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691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1920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Escrow Wallet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PromptPay payout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Worker withdrawal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12280" y="1645920"/>
            <a:ext cx="1920240" cy="3108960"/>
          </a:xfrm>
          <a:prstGeom prst="rect">
            <a:avLst/>
          </a:prstGeom>
          <a:solidFill>
            <a:srgbClr val="161A2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1645920"/>
            <a:ext cx="1920240" cy="4572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1691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03720" y="1920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944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Scan &amp; Pay ทุกร้าน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4944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 App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4944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ขยายนอก BKK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ร่วมสร้าง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อนาคตแรงงานไทย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3840480" cy="1828800"/>
          </a:xfrm>
          <a:prstGeom prst="rect">
            <a:avLst/>
          </a:prstGeom>
          <a:solidFill>
            <a:srgbClr val="161A2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Round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฿5M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6 เดือน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Next: Seed ฿10M หลัง PMF พิสูจน์แล้ว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2606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 &amp; Engineering — 40%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3108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Pilot Users &amp; Marketing — 35%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6118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Operations &amp; Compliance — 25%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NUTTHAPHAT VICHITASUTANUN  |  CEO &amp; Founder  |  We're Hired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We're Hired — Pitch Deck</dc:title>
  <dc:subject>PptxGenJS Presentation</dc:subject>
  <dc:creator>NUTTHAPHAT VICHITASUTANUN</dc:creator>
  <cp:lastModifiedBy>NUTTHAPHAT VICHITASUTANUN</cp:lastModifiedBy>
  <cp:revision>1</cp:revision>
  <dcterms:created xsi:type="dcterms:W3CDTF">2026-05-23T08:02:18Z</dcterms:created>
  <dcterms:modified xsi:type="dcterms:W3CDTF">2026-05-23T08:02:18Z</dcterms:modified>
</cp:coreProperties>
</file>